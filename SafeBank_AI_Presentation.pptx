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</a:defRPr>
            </a:pPr>
            <a:r>
              <a:t>🛡️ SafeBank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74151"/>
                </a:solidFill>
              </a:defRPr>
            </a:pPr>
            <a:r>
              <a:t>Bank Fraud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74151"/>
                </a:solidFill>
              </a:defRPr>
            </a:pPr>
            <a:r>
              <a:t>By: Megha | November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Banking Fraud Challenge: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Banks lose billions to fraud annually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Manual review is slow and error-prone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High false positive rates</a:t>
            </a:r>
          </a:p>
          <a:p>
            <a:pPr>
              <a:defRPr sz="1800">
                <a:solidFill>
                  <a:srgbClr val="374151"/>
                </a:solidFill>
              </a:defRPr>
            </a:pPr>
          </a:p>
          <a:p>
            <a:pPr>
              <a:defRPr sz="1800" b="1">
                <a:solidFill>
                  <a:srgbClr val="1E3A8A"/>
                </a:solidFill>
              </a:defRPr>
            </a:pPr>
            <a:r>
              <a:t>Our Solution: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ML + Rule-based hybrid system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Real-time analysis (&lt;1 second)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99.98% accuracy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User-friendly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640080"/>
          </a:xfrm>
          <a:prstGeom prst="rect">
            <a:avLst/>
          </a:prstGeom>
          <a:solidFill>
            <a:srgbClr val="F0F9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User Interface: Streamlit Web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solidFill>
            <a:srgbClr val="F0F9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Detection Engine: ML +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00400"/>
            <a:ext cx="6400800" cy="640080"/>
          </a:xfrm>
          <a:prstGeom prst="rect">
            <a:avLst/>
          </a:prstGeom>
          <a:solidFill>
            <a:srgbClr val="F0F9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Feature Engineering: 45+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F0F9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Preprocessing: Clean, Scale, SMOTE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5029200"/>
            <a:ext cx="6400800" cy="640080"/>
          </a:xfrm>
          <a:prstGeom prst="rect">
            <a:avLst/>
          </a:prstGeom>
          <a:solidFill>
            <a:srgbClr val="F0F9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Raw Data: Transaction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ML Models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99.90%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99.89%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</a:defRPr>
                      </a:pPr>
                      <a:r>
                        <a:t>99.98%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</a:defRPr>
                      </a:pPr>
                      <a:r>
                        <a:t>99.95%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</a:defRPr>
                      </a:pPr>
                      <a:r>
                        <a:t>99.92%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6400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Real-Time Detection (&lt;1 sec)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Batch Processing (1000+ transactions)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Color-Coded Risk Levels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Triggered Rules Display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Secure Authentication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Interactive Analytics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User Preferences</a:t>
            </a:r>
          </a:p>
          <a:p>
            <a:pPr>
              <a:spcAft>
                <a:spcPts val="1500"/>
              </a:spcAft>
              <a:defRPr sz="2000" b="1">
                <a:solidFill>
                  <a:srgbClr val="1E3A8A"/>
                </a:solidFill>
              </a:defRPr>
            </a:pPr>
            <a:r>
              <a:t>✅ System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3A8A"/>
                </a:solidFill>
              </a:defRPr>
            </a:pPr>
            <a:r>
              <a:t>Results &amp;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828800"/>
            <a:ext cx="1371600" cy="914400"/>
          </a:xfrm>
          <a:prstGeom prst="rect">
            <a:avLst/>
          </a:prstGeom>
          <a:solidFill>
            <a:srgbClr val="F0F9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99.98%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828800"/>
            <a:ext cx="1371600" cy="914400"/>
          </a:xfrm>
          <a:prstGeom prst="rect">
            <a:avLst/>
          </a:prstGeom>
          <a:solidFill>
            <a:srgbClr val="F0F9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99.95%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Precision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1371600" cy="914400"/>
          </a:xfrm>
          <a:prstGeom prst="rect">
            <a:avLst/>
          </a:prstGeom>
          <a:solidFill>
            <a:srgbClr val="F0F9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&lt;1 sec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Speed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3A8A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374151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